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63" r:id="rId3"/>
    <p:sldId id="264" r:id="rId4"/>
    <p:sldId id="257" r:id="rId5"/>
    <p:sldId id="268" r:id="rId6"/>
    <p:sldId id="269" r:id="rId7"/>
    <p:sldId id="258" r:id="rId8"/>
    <p:sldId id="259" r:id="rId9"/>
    <p:sldId id="262" r:id="rId10"/>
    <p:sldId id="27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94660"/>
  </p:normalViewPr>
  <p:slideViewPr>
    <p:cSldViewPr snapToGrid="0">
      <p:cViewPr>
        <p:scale>
          <a:sx n="70" d="100"/>
          <a:sy n="70" d="100"/>
        </p:scale>
        <p:origin x="6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57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0437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205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72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8893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5192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8305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00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27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4661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478277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5636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54221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4593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3046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2289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63C69-6B5C-4ACE-AF72-E4A036E371B1}" type="datetimeFigureOut">
              <a:rPr lang="en-IN" smtClean="0"/>
              <a:t>04-02-26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3240E50-5549-43A7-829D-6803D6F03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413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29A16-5BC2-EF0F-995D-0A1F8486BF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Projects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417692-F69C-420F-EBE0-893A5F4284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</a:t>
            </a: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Praneet Mane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387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6D616-F752-AAE9-5573-17D247292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D1D48-EF75-99D7-5226-198622730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1" y="368968"/>
            <a:ext cx="9875520" cy="78606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I: </a:t>
            </a:r>
            <a:r>
              <a:rPr lang="en-US" u="sng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 Food Ordering and Bill Generator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04F49B-CFCB-2939-20C5-562FBC8B92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507958"/>
            <a:ext cx="9872871" cy="458804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Hotel Menu is already listed in dictionary </a:t>
            </a:r>
            <a:endParaRPr lang="en-IN" sz="2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34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A0B435-8C6A-6707-010F-6A762FD088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F1B59-E5A4-702B-0F48-EFCFB3C8F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8606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A7E2-1BB6-D524-8B2F-63B716198E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609599"/>
            <a:ext cx="10716125" cy="5919537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Below is the code for Hotel Food Ordering and Billing Generator:</a:t>
            </a:r>
            <a:r>
              <a:rPr lang="en-IN" sz="2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</a:t>
            </a:r>
            <a:r>
              <a:rPr lang="en-US" sz="2400" dirty="0">
                <a:solidFill>
                  <a:schemeClr val="accent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#Python Code for Project1: 																											</a:t>
            </a:r>
            <a:endParaRPr lang="en-IN" sz="2400" dirty="0">
              <a:solidFill>
                <a:schemeClr val="accent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517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748455-FF18-570C-5FE6-150A420D7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695" y="433137"/>
            <a:ext cx="10477917" cy="5919537"/>
          </a:xfrm>
        </p:spPr>
        <p:txBody>
          <a:bodyPr>
            <a:norm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8378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D9087-3E52-C725-8363-6AFCA4720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D2D5D-9EBC-A27E-049A-FBBBF6250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78606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B68CE-0402-5C85-D00B-E659B3AEC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3979" y="609599"/>
            <a:ext cx="10716125" cy="5919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Output for Project1 : </a:t>
            </a:r>
            <a:endParaRPr lang="en-IN" sz="240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9737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868A-B73A-026B-66D9-E2592967B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39FA6-E6A9-94C4-D3D2-2C1BCF67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351" y="368968"/>
            <a:ext cx="9875520" cy="786063"/>
          </a:xfrm>
        </p:spPr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II. </a:t>
            </a:r>
            <a:r>
              <a:rPr lang="en-US" u="sng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Library Book Lending Facility</a:t>
            </a:r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90C37A-8858-9B7E-0181-61067649C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232" y="1347537"/>
            <a:ext cx="10491536" cy="514149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Library book are already listed in list form. This books list is displayed.</a:t>
            </a:r>
          </a:p>
          <a:p>
            <a:r>
              <a:rPr lang="en-US" sz="24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 get few facilities like adding a book, return a book and updating lending list and Exit from system.</a:t>
            </a:r>
          </a:p>
          <a:p>
            <a:endParaRPr lang="en-US" sz="240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002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21B81-FDF9-032F-7A56-DAA42E8DC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0442" y="481263"/>
            <a:ext cx="10752221" cy="5935579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Below is the Python Code for Project 2:		         		  	     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class Library: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def __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init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__(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self,list,name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self.bookslist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= list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self.name = name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self.lendDict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={}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def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displayBooks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(self):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f"We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have following books in our Library:{self.name}")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for book in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self.bookslist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print(book," 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def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lendBook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self,users,book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if book not in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self.lendDict.keys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():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self.lendDict.update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({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book:user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})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print("Lender-book database has been updated. You can  take  book     		now.")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else: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print(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f"Book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is already being used by {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self.lendDict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[book]}")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def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addBook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self,book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self.bookslist.append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(book)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print("Book has been added to the book-list")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def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returnBook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self,book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):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self.lendDict.pop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(book)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if __name__ == '__main__':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harry = Library(['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python','Rich-daddy','Harry-Potter','C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++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basics','Java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Basics'],"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CodeWithHarry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while(True):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f"Welcome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to the {harry.name}library. Enter your choice to continue  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print("1. Display Books")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</a:p>
          <a:p>
            <a:pPr marL="0" indent="0">
              <a:buNone/>
            </a:pP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print("2. Lend a Book")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print("3. Add a Book")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print("4. Return a Book \n")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user_choice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= input()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if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user_choice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not in ['1','2','3','4']: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continue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else: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user_choice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=int(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user_choice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if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user_choice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==1: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harry.displayBooks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user_choice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==2: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book= input("Enter a input you want to lend:")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user=input("Enter your name:")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harry.lendBook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user,book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user_choice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==3: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book=input("Enter the book you want to add:")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harry.addBook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(book)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user_choice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==4: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book=input("Enter the book you want to return:")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harry.returnBook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(book)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else: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print("Not a valid Option.")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user_choice2=" "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print("Press q to quit and c to continue")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if user_choice2=="q":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exit()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elif</a:t>
            </a: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user_choice2=="c":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continue</a:t>
            </a:r>
            <a:br>
              <a:rPr lang="en-IN" sz="2000" dirty="0"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IN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3573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A633A-4381-D376-47EA-F921F0889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8568" y="368967"/>
            <a:ext cx="10526044" cy="5919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Code for Project 2: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959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7950-9697-DB3B-D2AB-EC9941120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D93CBB-EB0A-9999-A9F4-C2AF72F1EC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62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EE01E-7BED-9202-9401-12A30F17F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79780" y="2405417"/>
            <a:ext cx="8915399" cy="2262781"/>
          </a:xfrm>
        </p:spPr>
        <p:txBody>
          <a:bodyPr/>
          <a:lstStyle/>
          <a:p>
            <a:r>
              <a:rPr lang="en-US" dirty="0"/>
              <a:t>Thank You.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5598128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77</TotalTime>
  <Words>674</Words>
  <Application>Microsoft Office PowerPoint</Application>
  <PresentationFormat>Widescreen</PresentationFormat>
  <Paragraphs>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</vt:lpstr>
      <vt:lpstr>Times New Roman</vt:lpstr>
      <vt:lpstr>Wingdings 3</vt:lpstr>
      <vt:lpstr>Wisp</vt:lpstr>
      <vt:lpstr>Python Projects</vt:lpstr>
      <vt:lpstr>I: Hotel Food Ordering and Bill Generator:</vt:lpstr>
      <vt:lpstr> </vt:lpstr>
      <vt:lpstr>PowerPoint Presentation</vt:lpstr>
      <vt:lpstr> </vt:lpstr>
      <vt:lpstr>II. Library Book Lending Facility:</vt:lpstr>
      <vt:lpstr>PowerPoint Presentation</vt:lpstr>
      <vt:lpstr>PowerPoint Presentation</vt:lpstr>
      <vt:lpstr>PowerPoint Presentation</vt:lpstr>
      <vt:lpstr>Thank 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Praneet Mane</dc:creator>
  <cp:lastModifiedBy>Praneet Mane</cp:lastModifiedBy>
  <cp:revision>6</cp:revision>
  <dcterms:created xsi:type="dcterms:W3CDTF">2026-02-03T14:40:07Z</dcterms:created>
  <dcterms:modified xsi:type="dcterms:W3CDTF">2026-02-04T06:12:09Z</dcterms:modified>
</cp:coreProperties>
</file>